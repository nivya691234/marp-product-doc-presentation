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_background: #001f3f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2025 Earnings Report</dc:title>
  <dc:subject>PptxGenJS Presentation</dc:subject>
  <dc:creator>24f1002781@ds.study.iitm.ac.in</dc:creator>
  <cp:lastModifiedBy>24f1002781@ds.study.iitm.ac.in</cp:lastModifiedBy>
  <cp:revision>1</cp:revision>
  <dcterms:created xsi:type="dcterms:W3CDTF">2025-11-25T03:23:30Z</dcterms:created>
  <dcterms:modified xsi:type="dcterms:W3CDTF">2025-11-25T03:23:30Z</dcterms:modified>
</cp:coreProperties>
</file>